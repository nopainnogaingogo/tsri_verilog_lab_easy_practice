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301" r:id="rId5"/>
    <p:sldId id="291" r:id="rId6"/>
    <p:sldId id="296" r:id="rId7"/>
    <p:sldId id="300" r:id="rId8"/>
    <p:sldId id="298" r:id="rId9"/>
    <p:sldId id="293" r:id="rId10"/>
    <p:sldId id="302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8F522-E2F4-486A-80D8-1F291A62D0C6}" type="datetimeFigureOut">
              <a:rPr lang="zh-TW" altLang="en-US" smtClean="0"/>
              <a:t>2025/7/15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7D2827-6CD5-4DE3-A230-AC4FCF5397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014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D2827-6CD5-4DE3-A230-AC4FCF53975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882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37654E-CAB4-0859-20C5-9B00B13F4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8E418D-C6D4-4A60-A0C4-E8237E901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BA4634-8404-806D-B4AB-1D3C9A09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8B829-B3ED-4AA2-B97A-4792A92D3461}" type="datetimeFigureOut">
              <a:rPr lang="zh-TW" altLang="en-US" smtClean="0"/>
              <a:t>2025/7/15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E7D7A6-5ACF-5E25-3A4B-C175C5B1C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2B4DE7-6F3F-0D99-A1C9-E92CEDFF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105A-08F8-4BC8-867A-33231A0811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9475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DC203E-1E19-99F8-DD74-A4575AC2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8209D1-DDD4-6BB3-C844-2EEC4CE9F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B6BE54-7586-3E71-2E7C-CD29EC47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8B829-B3ED-4AA2-B97A-4792A92D3461}" type="datetimeFigureOut">
              <a:rPr lang="zh-TW" altLang="en-US" smtClean="0"/>
              <a:t>2025/7/15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BDBA59-8190-7F25-FB46-674AB773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83CCBA-80C8-06BB-C94B-14218543A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105A-08F8-4BC8-867A-33231A0811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94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74F742-676A-4F15-20FD-26E70ADA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EC92362-2FD4-EA32-43A2-3E17C95BF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7DE0B2-DD8E-F16D-E2A7-0CE853CC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8B829-B3ED-4AA2-B97A-4792A92D3461}" type="datetimeFigureOut">
              <a:rPr lang="zh-TW" altLang="en-US" smtClean="0"/>
              <a:t>2025/7/15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176415-AA96-20A4-6A0F-40134C216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40A069-B6C9-FC46-405D-D3F26D601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105A-08F8-4BC8-867A-33231A0811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58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0F73D-497A-83F5-1251-E370BFDA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61A463-9B63-3D51-358D-020714D23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2CA80DE-98DF-92A5-60B0-C8013B123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C1B491-D96B-4AD0-6A89-866BABF2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8B829-B3ED-4AA2-B97A-4792A92D3461}" type="datetimeFigureOut">
              <a:rPr lang="zh-TW" altLang="en-US" smtClean="0"/>
              <a:t>2025/7/15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D5ED02-A29F-8BBE-2F72-12149EB19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767C47-B4D8-A81F-19D4-BE3C7CE8D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105A-08F8-4BC8-867A-33231A0811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286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431C48-BB38-FCB1-4AD2-E743E2056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2F5B29-B6B5-50BD-E4ED-28A82CF8F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0288642-B826-60DC-5DE3-13C2EE985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2C5DCFF-7D23-F250-3920-443E53DFE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BC32547-243F-35B8-092F-7D32B8DA70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13A374F-44A1-52CF-7D4F-6479A652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8B829-B3ED-4AA2-B97A-4792A92D3461}" type="datetimeFigureOut">
              <a:rPr lang="zh-TW" altLang="en-US" smtClean="0"/>
              <a:t>2025/7/15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96787B5-2E6D-B434-B8D4-F8168DA7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4BE9EDD-62BA-3CD9-8891-9F769D35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105A-08F8-4BC8-867A-33231A0811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4852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F08D32-6475-548B-22F2-E6F63B315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3ED4642-0EB0-F922-6133-CFEF6603A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8B829-B3ED-4AA2-B97A-4792A92D3461}" type="datetimeFigureOut">
              <a:rPr lang="zh-TW" altLang="en-US" smtClean="0"/>
              <a:t>2025/7/15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E83D5AC-B9DF-DDAE-2403-C64B83C6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98618B0-31FC-BB2D-8869-889F3D13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105A-08F8-4BC8-867A-33231A0811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595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5417615-4B71-4830-A173-1BF76032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8B829-B3ED-4AA2-B97A-4792A92D3461}" type="datetimeFigureOut">
              <a:rPr lang="zh-TW" altLang="en-US" smtClean="0"/>
              <a:t>2025/7/15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5E6308E-3A2C-5AC9-4155-98D502E6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013572-D2BD-561B-54E6-D5631EC46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105A-08F8-4BC8-867A-33231A0811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6726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2F6186-F93C-6F39-87B8-266244383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5D36A9-6042-E942-2C79-56CE0CDC0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92DEF4-FCC4-8035-DF33-40DE64F14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E97132-9251-DBD6-B1B9-A85FC5A7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8B829-B3ED-4AA2-B97A-4792A92D3461}" type="datetimeFigureOut">
              <a:rPr lang="zh-TW" altLang="en-US" smtClean="0"/>
              <a:t>2025/7/15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334355-8E60-D3C8-F6E7-869EE572D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4A99CA1-A1A8-6A36-6713-76990BD1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105A-08F8-4BC8-867A-33231A0811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859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2844AF-882C-005C-B199-82D2B5BCA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2478E2F-A635-EF6B-992A-BD41CB1275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09F25B0-1087-89AA-A6B4-903D93A15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5AB17A5-944E-45C2-8011-8B27EC3E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8B829-B3ED-4AA2-B97A-4792A92D3461}" type="datetimeFigureOut">
              <a:rPr lang="zh-TW" altLang="en-US" smtClean="0"/>
              <a:t>2025/7/15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D83110-B6A4-9658-D8F0-165F4CCDB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25E54C8-11B4-7350-A04F-3967247D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105A-08F8-4BC8-867A-33231A0811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77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3D7C35-2D82-7ED4-87E3-285B33560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5AC6DDE-308F-7787-4EEF-A507E752A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C6C7D0-EEF5-6F55-AB16-1935CEA2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8B829-B3ED-4AA2-B97A-4792A92D3461}" type="datetimeFigureOut">
              <a:rPr lang="zh-TW" altLang="en-US" smtClean="0"/>
              <a:t>2025/7/15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698898-100E-4A14-3D83-37830B6B0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5F4DB6-45BB-67C9-583C-4D4E0F8B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105A-08F8-4BC8-867A-33231A0811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929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1947F55-E066-1A77-0908-A920CB5CCC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ABF6781-2173-4A62-A0C6-7C34A6621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1ECBD3-CBB8-238F-50BA-B4DF55BF3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8B829-B3ED-4AA2-B97A-4792A92D3461}" type="datetimeFigureOut">
              <a:rPr lang="zh-TW" altLang="en-US" smtClean="0"/>
              <a:t>2025/7/15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DF7C23-0E24-110F-97BF-5C4444F5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91D433-9ADA-73E4-9341-4B0B644FF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2105A-08F8-4BC8-867A-33231A0811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736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EA0D9A4-63BA-A6E4-3EC6-36D7BEC41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823664-D30D-B2F7-11C3-1DB6908BB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4C283C-9061-AA92-7AF8-1C116171E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48B829-B3ED-4AA2-B97A-4792A92D3461}" type="datetimeFigureOut">
              <a:rPr lang="zh-TW" altLang="en-US" smtClean="0"/>
              <a:t>2025/7/15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6A5FF0-4AA6-5E24-448B-E34CBAFB48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E65898-20A5-CC37-73F0-2B0463B7E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2105A-08F8-4BC8-867A-33231A0811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670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624C433-E563-3689-B3BA-23917D3AA6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LAB1 </a:t>
            </a:r>
            <a:endParaRPr lang="zh-TW" altLang="en-US" dirty="0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B45A0889-C3E9-F3BB-CAD6-3D63E327A8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32bit Priority encoder 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569089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A3D20A4-318D-0A62-1D8D-A90073E82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684980"/>
            <a:ext cx="4269752" cy="5488040"/>
          </a:xfrm>
        </p:spPr>
      </p:pic>
      <p:grpSp>
        <p:nvGrpSpPr>
          <p:cNvPr id="18" name="群組 17">
            <a:extLst>
              <a:ext uri="{FF2B5EF4-FFF2-40B4-BE49-F238E27FC236}">
                <a16:creationId xmlns:a16="http://schemas.microsoft.com/office/drawing/2014/main" id="{6F60A69B-26E1-52CC-3751-8403CCE34780}"/>
              </a:ext>
            </a:extLst>
          </p:cNvPr>
          <p:cNvGrpSpPr/>
          <p:nvPr/>
        </p:nvGrpSpPr>
        <p:grpSpPr>
          <a:xfrm>
            <a:off x="1324198" y="2119419"/>
            <a:ext cx="4455093" cy="2619162"/>
            <a:chOff x="838200" y="2058049"/>
            <a:chExt cx="6437037" cy="3253499"/>
          </a:xfrm>
        </p:grpSpPr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E14D9746-15BB-881A-264E-BFCB2654F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058049"/>
              <a:ext cx="5971391" cy="2741901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F6B13A4-332C-0F95-2F4B-BC80736F9910}"/>
                </a:ext>
              </a:extLst>
            </p:cNvPr>
            <p:cNvSpPr/>
            <p:nvPr/>
          </p:nvSpPr>
          <p:spPr>
            <a:xfrm>
              <a:off x="6178550" y="2463800"/>
              <a:ext cx="520700" cy="2419350"/>
            </a:xfrm>
            <a:prstGeom prst="rect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AACFE9B3-902E-9275-91FE-149B7B3B4684}"/>
                </a:ext>
              </a:extLst>
            </p:cNvPr>
            <p:cNvSpPr txBox="1"/>
            <p:nvPr/>
          </p:nvSpPr>
          <p:spPr>
            <a:xfrm>
              <a:off x="5816600" y="4919571"/>
              <a:ext cx="1458637" cy="391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是否找到值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3209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EB5F67-A88B-414D-A48B-CED08A59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07" y="350604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Pipeline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13ADAF4-92FA-498A-86AD-68D64780CF60}"/>
              </a:ext>
            </a:extLst>
          </p:cNvPr>
          <p:cNvSpPr/>
          <p:nvPr/>
        </p:nvSpPr>
        <p:spPr>
          <a:xfrm>
            <a:off x="3916513" y="3691415"/>
            <a:ext cx="6798594" cy="429157"/>
          </a:xfrm>
          <a:prstGeom prst="roundRect">
            <a:avLst/>
          </a:prstGeom>
          <a:solidFill>
            <a:srgbClr val="4472C4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Convolution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924CFF1-F66C-41B0-82C8-223494213ACE}"/>
              </a:ext>
            </a:extLst>
          </p:cNvPr>
          <p:cNvSpPr/>
          <p:nvPr/>
        </p:nvSpPr>
        <p:spPr>
          <a:xfrm>
            <a:off x="8419797" y="4833774"/>
            <a:ext cx="2311879" cy="429157"/>
          </a:xfrm>
          <a:prstGeom prst="roundRect">
            <a:avLst/>
          </a:prstGeom>
          <a:solidFill>
            <a:srgbClr val="4472C4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Store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D83FFD2-2570-4827-BE10-61C2A0C2FDD2}"/>
              </a:ext>
            </a:extLst>
          </p:cNvPr>
          <p:cNvSpPr/>
          <p:nvPr/>
        </p:nvSpPr>
        <p:spPr>
          <a:xfrm>
            <a:off x="6197295" y="4833773"/>
            <a:ext cx="2222502" cy="429157"/>
          </a:xfrm>
          <a:prstGeom prst="roundRect">
            <a:avLst/>
          </a:prstGeom>
          <a:solidFill>
            <a:srgbClr val="4472C4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Add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9D92DD9-4303-46BC-BC7A-9FD4D78B6F1F}"/>
              </a:ext>
            </a:extLst>
          </p:cNvPr>
          <p:cNvSpPr/>
          <p:nvPr/>
        </p:nvSpPr>
        <p:spPr>
          <a:xfrm>
            <a:off x="3921281" y="4833772"/>
            <a:ext cx="2264212" cy="429157"/>
          </a:xfrm>
          <a:prstGeom prst="roundRect">
            <a:avLst/>
          </a:prstGeom>
          <a:solidFill>
            <a:srgbClr val="4472C4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multiply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9DA219A-E761-4D45-8006-DBB8AE547B7C}"/>
              </a:ext>
            </a:extLst>
          </p:cNvPr>
          <p:cNvSpPr txBox="1"/>
          <p:nvPr/>
        </p:nvSpPr>
        <p:spPr>
          <a:xfrm>
            <a:off x="3806334" y="1871756"/>
            <a:ext cx="7184573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透過把計算過程切割成多個小部分以解決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Setup Time Violation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* 計算時長倍數增加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73DCD57-6835-4F6F-835F-ED3164AA6232}"/>
              </a:ext>
            </a:extLst>
          </p:cNvPr>
          <p:cNvSpPr txBox="1"/>
          <p:nvPr/>
        </p:nvSpPr>
        <p:spPr>
          <a:xfrm>
            <a:off x="10715108" y="3736717"/>
            <a:ext cx="959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個週期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437EB53-B051-4E5B-BA98-87D35EA5F6CA}"/>
              </a:ext>
            </a:extLst>
          </p:cNvPr>
          <p:cNvSpPr txBox="1"/>
          <p:nvPr/>
        </p:nvSpPr>
        <p:spPr>
          <a:xfrm>
            <a:off x="10731676" y="4963002"/>
            <a:ext cx="1277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3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*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個週期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36D3279-28F9-E507-3DFC-DA1E68F0F3FA}"/>
              </a:ext>
            </a:extLst>
          </p:cNvPr>
          <p:cNvGrpSpPr/>
          <p:nvPr/>
        </p:nvGrpSpPr>
        <p:grpSpPr>
          <a:xfrm>
            <a:off x="517789" y="1941858"/>
            <a:ext cx="3067383" cy="3837349"/>
            <a:chOff x="6146295" y="1660219"/>
            <a:chExt cx="4031562" cy="4582043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15F95E98-9EA6-379B-266F-75DA689B0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57"/>
            <a:stretch>
              <a:fillRect/>
            </a:stretch>
          </p:blipFill>
          <p:spPr>
            <a:xfrm>
              <a:off x="6146295" y="1660219"/>
              <a:ext cx="4031562" cy="4572990"/>
            </a:xfrm>
            <a:prstGeom prst="rect">
              <a:avLst/>
            </a:prstGeom>
          </p:spPr>
        </p:pic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6C8D6F85-132F-6F39-2B84-BA03C7FDE8C4}"/>
                </a:ext>
              </a:extLst>
            </p:cNvPr>
            <p:cNvSpPr txBox="1"/>
            <p:nvPr/>
          </p:nvSpPr>
          <p:spPr>
            <a:xfrm>
              <a:off x="9556812" y="6026818"/>
              <a:ext cx="528748" cy="2154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8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894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EB5F67-A88B-414D-A48B-CED08A59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35" y="355352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Pipeline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5582CAE6-7E8E-456D-AB63-AD53B3D34DFA}"/>
              </a:ext>
            </a:extLst>
          </p:cNvPr>
          <p:cNvGrpSpPr/>
          <p:nvPr/>
        </p:nvGrpSpPr>
        <p:grpSpPr>
          <a:xfrm>
            <a:off x="486587" y="1772445"/>
            <a:ext cx="5434256" cy="597601"/>
            <a:chOff x="2107659" y="1658566"/>
            <a:chExt cx="7399507" cy="690665"/>
          </a:xfrm>
        </p:grpSpPr>
        <p:sp>
          <p:nvSpPr>
            <p:cNvPr id="25" name="矩形: 圓角 24">
              <a:extLst>
                <a:ext uri="{FF2B5EF4-FFF2-40B4-BE49-F238E27FC236}">
                  <a16:creationId xmlns:a16="http://schemas.microsoft.com/office/drawing/2014/main" id="{8D7738C5-01D6-4DA8-B471-3DC66FA943F1}"/>
                </a:ext>
              </a:extLst>
            </p:cNvPr>
            <p:cNvSpPr/>
            <p:nvPr/>
          </p:nvSpPr>
          <p:spPr>
            <a:xfrm>
              <a:off x="6990945" y="1658566"/>
              <a:ext cx="2516221" cy="680937"/>
            </a:xfrm>
            <a:prstGeom prst="roundRect">
              <a:avLst/>
            </a:prstGeom>
            <a:solidFill>
              <a:srgbClr val="4472C4">
                <a:alpha val="3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Store0</a:t>
              </a:r>
              <a:endPara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C43969DF-A00F-4430-89F5-F2312FCE947B}"/>
                </a:ext>
              </a:extLst>
            </p:cNvPr>
            <p:cNvSpPr/>
            <p:nvPr/>
          </p:nvSpPr>
          <p:spPr>
            <a:xfrm>
              <a:off x="4572000" y="1668294"/>
              <a:ext cx="2418944" cy="680937"/>
            </a:xfrm>
            <a:prstGeom prst="roundRect">
              <a:avLst/>
            </a:prstGeom>
            <a:solidFill>
              <a:srgbClr val="4472C4">
                <a:alpha val="3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Add0</a:t>
              </a:r>
              <a:endPara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27" name="矩形: 圓角 26">
              <a:extLst>
                <a:ext uri="{FF2B5EF4-FFF2-40B4-BE49-F238E27FC236}">
                  <a16:creationId xmlns:a16="http://schemas.microsoft.com/office/drawing/2014/main" id="{3E424E2A-08DE-4C2E-A386-351A067F983D}"/>
                </a:ext>
              </a:extLst>
            </p:cNvPr>
            <p:cNvSpPr/>
            <p:nvPr/>
          </p:nvSpPr>
          <p:spPr>
            <a:xfrm>
              <a:off x="2107659" y="1668294"/>
              <a:ext cx="2464341" cy="680937"/>
            </a:xfrm>
            <a:prstGeom prst="roundRect">
              <a:avLst/>
            </a:prstGeom>
            <a:solidFill>
              <a:srgbClr val="4472C4">
                <a:alpha val="3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multiply0</a:t>
              </a:r>
              <a:endPara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E33813D-1F78-41CC-902F-0992DE55CFFA}"/>
              </a:ext>
            </a:extLst>
          </p:cNvPr>
          <p:cNvSpPr txBox="1"/>
          <p:nvPr/>
        </p:nvSpPr>
        <p:spPr>
          <a:xfrm>
            <a:off x="10028185" y="1371906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3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*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個週期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5BBABAA7-9FB1-41AF-8471-50F45901484D}"/>
              </a:ext>
            </a:extLst>
          </p:cNvPr>
          <p:cNvSpPr/>
          <p:nvPr/>
        </p:nvSpPr>
        <p:spPr>
          <a:xfrm>
            <a:off x="9507165" y="1778828"/>
            <a:ext cx="1847932" cy="58918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Store1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6F61E61C-33AC-4F4C-9407-8A6993921E5D}"/>
              </a:ext>
            </a:extLst>
          </p:cNvPr>
          <p:cNvSpPr/>
          <p:nvPr/>
        </p:nvSpPr>
        <p:spPr>
          <a:xfrm>
            <a:off x="7730674" y="1785726"/>
            <a:ext cx="1776491" cy="58918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Add1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2B2D7AEB-BC0A-4AFC-8AD0-D85BE2B7173D}"/>
              </a:ext>
            </a:extLst>
          </p:cNvPr>
          <p:cNvSpPr/>
          <p:nvPr/>
        </p:nvSpPr>
        <p:spPr>
          <a:xfrm>
            <a:off x="5920843" y="1780862"/>
            <a:ext cx="1809831" cy="58918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multiply1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47A09C06-0E29-4DD5-8668-0ABFEC232FEA}"/>
              </a:ext>
            </a:extLst>
          </p:cNvPr>
          <p:cNvSpPr/>
          <p:nvPr/>
        </p:nvSpPr>
        <p:spPr>
          <a:xfrm>
            <a:off x="486586" y="3428798"/>
            <a:ext cx="1809831" cy="589184"/>
          </a:xfrm>
          <a:prstGeom prst="roundRect">
            <a:avLst/>
          </a:prstGeom>
          <a:solidFill>
            <a:srgbClr val="4472C4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multiply0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F456E888-126E-4722-8492-9889A6638EE7}"/>
              </a:ext>
            </a:extLst>
          </p:cNvPr>
          <p:cNvSpPr/>
          <p:nvPr/>
        </p:nvSpPr>
        <p:spPr>
          <a:xfrm>
            <a:off x="2296417" y="3427230"/>
            <a:ext cx="1809831" cy="58918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multiply1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37CE94D9-6766-49B6-98B3-E4EAE307EC02}"/>
              </a:ext>
            </a:extLst>
          </p:cNvPr>
          <p:cNvSpPr/>
          <p:nvPr/>
        </p:nvSpPr>
        <p:spPr>
          <a:xfrm>
            <a:off x="4111012" y="3427230"/>
            <a:ext cx="1809831" cy="5891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multiply2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4398AC08-4BFF-48CF-BA2A-D9D43D10A41A}"/>
              </a:ext>
            </a:extLst>
          </p:cNvPr>
          <p:cNvSpPr/>
          <p:nvPr/>
        </p:nvSpPr>
        <p:spPr>
          <a:xfrm>
            <a:off x="5920843" y="3425662"/>
            <a:ext cx="1809831" cy="589184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multiply3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282E2FFE-6084-4F9A-A057-30238BAE5CC6}"/>
              </a:ext>
            </a:extLst>
          </p:cNvPr>
          <p:cNvSpPr/>
          <p:nvPr/>
        </p:nvSpPr>
        <p:spPr>
          <a:xfrm>
            <a:off x="7734138" y="3425662"/>
            <a:ext cx="1809831" cy="589184"/>
          </a:xfrm>
          <a:prstGeom prst="roundRect">
            <a:avLst/>
          </a:prstGeom>
          <a:solidFill>
            <a:srgbClr val="C000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multiply4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AF7F932C-524F-4D53-858B-B44A0517A32E}"/>
              </a:ext>
            </a:extLst>
          </p:cNvPr>
          <p:cNvSpPr/>
          <p:nvPr/>
        </p:nvSpPr>
        <p:spPr>
          <a:xfrm>
            <a:off x="9543969" y="3424094"/>
            <a:ext cx="1809831" cy="589184"/>
          </a:xfrm>
          <a:prstGeom prst="roundRect">
            <a:avLst/>
          </a:prstGeom>
          <a:solidFill>
            <a:srgbClr val="7030A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multiply5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233C7CC2-F064-44BD-933A-55586F1E5DCA}"/>
              </a:ext>
            </a:extLst>
          </p:cNvPr>
          <p:cNvSpPr/>
          <p:nvPr/>
        </p:nvSpPr>
        <p:spPr>
          <a:xfrm>
            <a:off x="2292061" y="4370186"/>
            <a:ext cx="1776491" cy="589184"/>
          </a:xfrm>
          <a:prstGeom prst="roundRect">
            <a:avLst/>
          </a:prstGeom>
          <a:solidFill>
            <a:srgbClr val="4472C4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Add0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B8C04BD1-A502-49FA-BEAD-5CEC16186FCA}"/>
              </a:ext>
            </a:extLst>
          </p:cNvPr>
          <p:cNvSpPr/>
          <p:nvPr/>
        </p:nvSpPr>
        <p:spPr>
          <a:xfrm>
            <a:off x="4109895" y="4370186"/>
            <a:ext cx="1776491" cy="58918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Add1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564D05B8-31F5-467B-92A7-4835B5E92137}"/>
              </a:ext>
            </a:extLst>
          </p:cNvPr>
          <p:cNvSpPr/>
          <p:nvPr/>
        </p:nvSpPr>
        <p:spPr>
          <a:xfrm>
            <a:off x="5908292" y="4363826"/>
            <a:ext cx="1776491" cy="5891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Add2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E6E709FD-17D8-4996-BED2-4FBE0FD99B97}"/>
              </a:ext>
            </a:extLst>
          </p:cNvPr>
          <p:cNvSpPr/>
          <p:nvPr/>
        </p:nvSpPr>
        <p:spPr>
          <a:xfrm>
            <a:off x="7709154" y="4363826"/>
            <a:ext cx="1776491" cy="589184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Add3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D23B2D88-EB70-4482-90D9-D4F384A331B5}"/>
              </a:ext>
            </a:extLst>
          </p:cNvPr>
          <p:cNvSpPr/>
          <p:nvPr/>
        </p:nvSpPr>
        <p:spPr>
          <a:xfrm>
            <a:off x="9523764" y="4363826"/>
            <a:ext cx="1776491" cy="589184"/>
          </a:xfrm>
          <a:prstGeom prst="roundRect">
            <a:avLst/>
          </a:prstGeom>
          <a:solidFill>
            <a:srgbClr val="C000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Add4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24ECF4C1-5754-4FC2-B54F-66D30620028A}"/>
              </a:ext>
            </a:extLst>
          </p:cNvPr>
          <p:cNvSpPr/>
          <p:nvPr/>
        </p:nvSpPr>
        <p:spPr>
          <a:xfrm>
            <a:off x="4066430" y="5414578"/>
            <a:ext cx="1847932" cy="589184"/>
          </a:xfrm>
          <a:prstGeom prst="roundRect">
            <a:avLst/>
          </a:prstGeom>
          <a:solidFill>
            <a:srgbClr val="4472C4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Store0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B4EF15E1-EA15-4043-8B3C-3F917BE40C88}"/>
              </a:ext>
            </a:extLst>
          </p:cNvPr>
          <p:cNvSpPr/>
          <p:nvPr/>
        </p:nvSpPr>
        <p:spPr>
          <a:xfrm>
            <a:off x="5908292" y="5414578"/>
            <a:ext cx="1789222" cy="58918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Store1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3673E2EA-6920-4B35-A11C-173F7AB4D175}"/>
              </a:ext>
            </a:extLst>
          </p:cNvPr>
          <p:cNvSpPr/>
          <p:nvPr/>
        </p:nvSpPr>
        <p:spPr>
          <a:xfrm>
            <a:off x="7706627" y="5413010"/>
            <a:ext cx="1799264" cy="5891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Store2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A4146619-3F5E-4BCF-8639-68985662ACB4}"/>
              </a:ext>
            </a:extLst>
          </p:cNvPr>
          <p:cNvSpPr/>
          <p:nvPr/>
        </p:nvSpPr>
        <p:spPr>
          <a:xfrm>
            <a:off x="9543969" y="5413010"/>
            <a:ext cx="1725293" cy="589184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Store3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A515798B-D2F4-4CB8-942F-EA8209C84352}"/>
              </a:ext>
            </a:extLst>
          </p:cNvPr>
          <p:cNvCxnSpPr>
            <a:cxnSpLocks/>
          </p:cNvCxnSpPr>
          <p:nvPr/>
        </p:nvCxnSpPr>
        <p:spPr>
          <a:xfrm flipH="1">
            <a:off x="2288668" y="1489963"/>
            <a:ext cx="14391" cy="4701287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F9C3322C-6CDE-43BE-8549-A0248CCE0EC3}"/>
              </a:ext>
            </a:extLst>
          </p:cNvPr>
          <p:cNvCxnSpPr>
            <a:cxnSpLocks/>
          </p:cNvCxnSpPr>
          <p:nvPr/>
        </p:nvCxnSpPr>
        <p:spPr>
          <a:xfrm flipH="1">
            <a:off x="4073017" y="1489963"/>
            <a:ext cx="14391" cy="4701287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3E9DB99E-59BD-47B7-8FDC-9890B447656E}"/>
              </a:ext>
            </a:extLst>
          </p:cNvPr>
          <p:cNvCxnSpPr>
            <a:cxnSpLocks/>
          </p:cNvCxnSpPr>
          <p:nvPr/>
        </p:nvCxnSpPr>
        <p:spPr>
          <a:xfrm flipH="1">
            <a:off x="5906815" y="1489963"/>
            <a:ext cx="14391" cy="4701287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42FB9268-0A7F-4B95-8BC2-EBE01AC8E477}"/>
              </a:ext>
            </a:extLst>
          </p:cNvPr>
          <p:cNvCxnSpPr>
            <a:cxnSpLocks/>
          </p:cNvCxnSpPr>
          <p:nvPr/>
        </p:nvCxnSpPr>
        <p:spPr>
          <a:xfrm flipH="1">
            <a:off x="7706627" y="1489963"/>
            <a:ext cx="14391" cy="4701287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4C90B56C-79F7-4EC2-BD7D-F17CCF958997}"/>
              </a:ext>
            </a:extLst>
          </p:cNvPr>
          <p:cNvCxnSpPr>
            <a:cxnSpLocks/>
          </p:cNvCxnSpPr>
          <p:nvPr/>
        </p:nvCxnSpPr>
        <p:spPr>
          <a:xfrm flipH="1">
            <a:off x="9497509" y="1489963"/>
            <a:ext cx="14391" cy="4701287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1CD748EA-ABC8-4FBE-BE2D-E9448412EC11}"/>
              </a:ext>
            </a:extLst>
          </p:cNvPr>
          <p:cNvCxnSpPr>
            <a:cxnSpLocks/>
          </p:cNvCxnSpPr>
          <p:nvPr/>
        </p:nvCxnSpPr>
        <p:spPr>
          <a:xfrm flipH="1">
            <a:off x="11320277" y="1489962"/>
            <a:ext cx="14391" cy="4701287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696AAFDC-016C-497E-97C2-1BBDB579204A}"/>
              </a:ext>
            </a:extLst>
          </p:cNvPr>
          <p:cNvSpPr txBox="1"/>
          <p:nvPr/>
        </p:nvSpPr>
        <p:spPr>
          <a:xfrm>
            <a:off x="9970192" y="3009428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N+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個週期</a:t>
            </a:r>
          </a:p>
        </p:txBody>
      </p:sp>
    </p:spTree>
    <p:extLst>
      <p:ext uri="{BB962C8B-B14F-4D97-AF65-F5344CB8AC3E}">
        <p14:creationId xmlns:p14="http://schemas.microsoft.com/office/powerpoint/2010/main" val="3269675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群組 12">
            <a:extLst>
              <a:ext uri="{FF2B5EF4-FFF2-40B4-BE49-F238E27FC236}">
                <a16:creationId xmlns:a16="http://schemas.microsoft.com/office/drawing/2014/main" id="{689B781A-BD1E-43EC-A928-35642FE02629}"/>
              </a:ext>
            </a:extLst>
          </p:cNvPr>
          <p:cNvGrpSpPr/>
          <p:nvPr/>
        </p:nvGrpSpPr>
        <p:grpSpPr>
          <a:xfrm>
            <a:off x="638175" y="1879743"/>
            <a:ext cx="3267075" cy="3084512"/>
            <a:chOff x="638175" y="2522538"/>
            <a:chExt cx="3267075" cy="3084512"/>
          </a:xfrm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35CD429C-3D59-489C-AF66-47B4C515A75F}"/>
                </a:ext>
              </a:extLst>
            </p:cNvPr>
            <p:cNvGrpSpPr/>
            <p:nvPr/>
          </p:nvGrpSpPr>
          <p:grpSpPr>
            <a:xfrm>
              <a:off x="638175" y="2522538"/>
              <a:ext cx="3267075" cy="3084512"/>
              <a:chOff x="4092575" y="1690688"/>
              <a:chExt cx="2130425" cy="1738312"/>
            </a:xfrm>
          </p:grpSpPr>
          <p:sp>
            <p:nvSpPr>
              <p:cNvPr id="4" name="矩形: 圓角 3">
                <a:extLst>
                  <a:ext uri="{FF2B5EF4-FFF2-40B4-BE49-F238E27FC236}">
                    <a16:creationId xmlns:a16="http://schemas.microsoft.com/office/drawing/2014/main" id="{FF784230-F328-42F4-B81C-045E8F5E54EE}"/>
                  </a:ext>
                </a:extLst>
              </p:cNvPr>
              <p:cNvSpPr/>
              <p:nvPr/>
            </p:nvSpPr>
            <p:spPr>
              <a:xfrm>
                <a:off x="4832350" y="1690688"/>
                <a:ext cx="609600" cy="173831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9525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5" name="箭號: 向右 4">
                <a:extLst>
                  <a:ext uri="{FF2B5EF4-FFF2-40B4-BE49-F238E27FC236}">
                    <a16:creationId xmlns:a16="http://schemas.microsoft.com/office/drawing/2014/main" id="{31328B6D-39F5-4407-A741-B155E639241A}"/>
                  </a:ext>
                </a:extLst>
              </p:cNvPr>
              <p:cNvSpPr/>
              <p:nvPr/>
            </p:nvSpPr>
            <p:spPr>
              <a:xfrm>
                <a:off x="4092575" y="2448719"/>
                <a:ext cx="609600" cy="2222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7" name="箭號: 向右 6">
                <a:extLst>
                  <a:ext uri="{FF2B5EF4-FFF2-40B4-BE49-F238E27FC236}">
                    <a16:creationId xmlns:a16="http://schemas.microsoft.com/office/drawing/2014/main" id="{CEBAB5DE-DCCA-4815-A358-55FBC590D5F1}"/>
                  </a:ext>
                </a:extLst>
              </p:cNvPr>
              <p:cNvSpPr/>
              <p:nvPr/>
            </p:nvSpPr>
            <p:spPr>
              <a:xfrm>
                <a:off x="5613400" y="2448719"/>
                <a:ext cx="609600" cy="2222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p:grp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9606D3B5-2B4E-4313-B4A3-E357227AF017}"/>
                </a:ext>
              </a:extLst>
            </p:cNvPr>
            <p:cNvSpPr txBox="1"/>
            <p:nvPr/>
          </p:nvSpPr>
          <p:spPr>
            <a:xfrm>
              <a:off x="1903273" y="3867611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32Bit</a:t>
              </a:r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B73EEC9B-E233-49AD-B0F5-18A24DDFA99C}"/>
                </a:ext>
              </a:extLst>
            </p:cNvPr>
            <p:cNvSpPr txBox="1"/>
            <p:nvPr/>
          </p:nvSpPr>
          <p:spPr>
            <a:xfrm>
              <a:off x="741999" y="3562350"/>
              <a:ext cx="620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Data</a:t>
              </a:r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2EB86575-CE54-4853-B6E8-82189A3ABB14}"/>
                </a:ext>
              </a:extLst>
            </p:cNvPr>
            <p:cNvSpPr txBox="1"/>
            <p:nvPr/>
          </p:nvSpPr>
          <p:spPr>
            <a:xfrm>
              <a:off x="3117576" y="357505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Out</a:t>
              </a:r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EC2CB768-3ECB-43E7-8A75-084C1BA77102}"/>
              </a:ext>
            </a:extLst>
          </p:cNvPr>
          <p:cNvGrpSpPr/>
          <p:nvPr/>
        </p:nvGrpSpPr>
        <p:grpSpPr>
          <a:xfrm>
            <a:off x="5525555" y="2343338"/>
            <a:ext cx="6247345" cy="2157321"/>
            <a:chOff x="5106455" y="2909979"/>
            <a:chExt cx="6247345" cy="2157321"/>
          </a:xfrm>
        </p:grpSpPr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DB7C4155-AE4A-481C-9F55-FB6F47B7B378}"/>
                </a:ext>
              </a:extLst>
            </p:cNvPr>
            <p:cNvGrpSpPr/>
            <p:nvPr/>
          </p:nvGrpSpPr>
          <p:grpSpPr>
            <a:xfrm>
              <a:off x="5106455" y="2909979"/>
              <a:ext cx="2073962" cy="2157321"/>
              <a:chOff x="410277" y="2522537"/>
              <a:chExt cx="3660562" cy="3084512"/>
            </a:xfrm>
          </p:grpSpPr>
          <p:grpSp>
            <p:nvGrpSpPr>
              <p:cNvPr id="15" name="群組 14">
                <a:extLst>
                  <a:ext uri="{FF2B5EF4-FFF2-40B4-BE49-F238E27FC236}">
                    <a16:creationId xmlns:a16="http://schemas.microsoft.com/office/drawing/2014/main" id="{F15CA33E-1693-4F01-88BD-D8C805EF4F12}"/>
                  </a:ext>
                </a:extLst>
              </p:cNvPr>
              <p:cNvGrpSpPr/>
              <p:nvPr/>
            </p:nvGrpSpPr>
            <p:grpSpPr>
              <a:xfrm>
                <a:off x="638175" y="2522537"/>
                <a:ext cx="3267075" cy="3084512"/>
                <a:chOff x="4092575" y="1690687"/>
                <a:chExt cx="2130425" cy="1738312"/>
              </a:xfrm>
            </p:grpSpPr>
            <p:sp>
              <p:nvSpPr>
                <p:cNvPr id="19" name="矩形: 圓角 18">
                  <a:extLst>
                    <a:ext uri="{FF2B5EF4-FFF2-40B4-BE49-F238E27FC236}">
                      <a16:creationId xmlns:a16="http://schemas.microsoft.com/office/drawing/2014/main" id="{6EF5825C-5C93-4A3E-925C-272DF9B76938}"/>
                    </a:ext>
                  </a:extLst>
                </p:cNvPr>
                <p:cNvSpPr/>
                <p:nvPr/>
              </p:nvSpPr>
              <p:spPr>
                <a:xfrm>
                  <a:off x="4832350" y="1690687"/>
                  <a:ext cx="609599" cy="1738312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4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</a:endParaRPr>
                </a:p>
              </p:txBody>
            </p:sp>
            <p:sp>
              <p:nvSpPr>
                <p:cNvPr id="20" name="箭號: 向右 19">
                  <a:extLst>
                    <a:ext uri="{FF2B5EF4-FFF2-40B4-BE49-F238E27FC236}">
                      <a16:creationId xmlns:a16="http://schemas.microsoft.com/office/drawing/2014/main" id="{6A7E4461-8352-4204-A5C4-4EAA7D0428B9}"/>
                    </a:ext>
                  </a:extLst>
                </p:cNvPr>
                <p:cNvSpPr/>
                <p:nvPr/>
              </p:nvSpPr>
              <p:spPr>
                <a:xfrm>
                  <a:off x="4092575" y="2448719"/>
                  <a:ext cx="609600" cy="22225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</a:endParaRPr>
                </a:p>
              </p:txBody>
            </p:sp>
            <p:sp>
              <p:nvSpPr>
                <p:cNvPr id="21" name="箭號: 向右 20">
                  <a:extLst>
                    <a:ext uri="{FF2B5EF4-FFF2-40B4-BE49-F238E27FC236}">
                      <a16:creationId xmlns:a16="http://schemas.microsoft.com/office/drawing/2014/main" id="{D43F7997-9D97-435A-90E8-7D25D58DB4A8}"/>
                    </a:ext>
                  </a:extLst>
                </p:cNvPr>
                <p:cNvSpPr/>
                <p:nvPr/>
              </p:nvSpPr>
              <p:spPr>
                <a:xfrm>
                  <a:off x="5613400" y="2448719"/>
                  <a:ext cx="609600" cy="22225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</a:endParaRPr>
                </a:p>
              </p:txBody>
            </p:sp>
          </p:grp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C02BC6B-A465-49FE-A913-EEC4D505CF7E}"/>
                  </a:ext>
                </a:extLst>
              </p:cNvPr>
              <p:cNvSpPr txBox="1"/>
              <p:nvPr/>
            </p:nvSpPr>
            <p:spPr>
              <a:xfrm>
                <a:off x="1758315" y="3760375"/>
                <a:ext cx="1027608" cy="528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8Bit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BC07DBC-617F-42F5-AE40-4185EA570EFD}"/>
                  </a:ext>
                </a:extLst>
              </p:cNvPr>
              <p:cNvSpPr txBox="1"/>
              <p:nvPr/>
            </p:nvSpPr>
            <p:spPr>
              <a:xfrm>
                <a:off x="410277" y="3408372"/>
                <a:ext cx="1301825" cy="528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Data0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868FFD9-4A89-4181-9EF8-12E83FB9939C}"/>
                  </a:ext>
                </a:extLst>
              </p:cNvPr>
              <p:cNvSpPr txBox="1"/>
              <p:nvPr/>
            </p:nvSpPr>
            <p:spPr>
              <a:xfrm>
                <a:off x="2769014" y="3410305"/>
                <a:ext cx="1301825" cy="528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Data1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p:grp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18138B4C-E15E-430E-851A-E3AB2793DB9D}"/>
                </a:ext>
              </a:extLst>
            </p:cNvPr>
            <p:cNvGrpSpPr/>
            <p:nvPr/>
          </p:nvGrpSpPr>
          <p:grpSpPr>
            <a:xfrm>
              <a:off x="7265028" y="2909979"/>
              <a:ext cx="1384141" cy="2157321"/>
              <a:chOff x="1758315" y="2522537"/>
              <a:chExt cx="2443021" cy="3084512"/>
            </a:xfrm>
          </p:grpSpPr>
          <p:grpSp>
            <p:nvGrpSpPr>
              <p:cNvPr id="31" name="群組 30">
                <a:extLst>
                  <a:ext uri="{FF2B5EF4-FFF2-40B4-BE49-F238E27FC236}">
                    <a16:creationId xmlns:a16="http://schemas.microsoft.com/office/drawing/2014/main" id="{FED156F6-7A64-43C1-9C6C-BE3110393073}"/>
                  </a:ext>
                </a:extLst>
              </p:cNvPr>
              <p:cNvGrpSpPr/>
              <p:nvPr/>
            </p:nvGrpSpPr>
            <p:grpSpPr>
              <a:xfrm>
                <a:off x="1772643" y="2522537"/>
                <a:ext cx="2132606" cy="3084512"/>
                <a:chOff x="4832350" y="1690687"/>
                <a:chExt cx="1390650" cy="1738312"/>
              </a:xfrm>
            </p:grpSpPr>
            <p:sp>
              <p:nvSpPr>
                <p:cNvPr id="35" name="矩形: 圓角 34">
                  <a:extLst>
                    <a:ext uri="{FF2B5EF4-FFF2-40B4-BE49-F238E27FC236}">
                      <a16:creationId xmlns:a16="http://schemas.microsoft.com/office/drawing/2014/main" id="{C7EFC86E-FA55-44EA-AD48-F2AB74C156A6}"/>
                    </a:ext>
                  </a:extLst>
                </p:cNvPr>
                <p:cNvSpPr/>
                <p:nvPr/>
              </p:nvSpPr>
              <p:spPr>
                <a:xfrm>
                  <a:off x="4832350" y="1690687"/>
                  <a:ext cx="609599" cy="1738312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4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</a:endParaRPr>
                </a:p>
              </p:txBody>
            </p:sp>
            <p:sp>
              <p:nvSpPr>
                <p:cNvPr id="37" name="箭號: 向右 36">
                  <a:extLst>
                    <a:ext uri="{FF2B5EF4-FFF2-40B4-BE49-F238E27FC236}">
                      <a16:creationId xmlns:a16="http://schemas.microsoft.com/office/drawing/2014/main" id="{816E07F7-0017-4C1C-98BD-9E51151B3481}"/>
                    </a:ext>
                  </a:extLst>
                </p:cNvPr>
                <p:cNvSpPr/>
                <p:nvPr/>
              </p:nvSpPr>
              <p:spPr>
                <a:xfrm>
                  <a:off x="5613400" y="2448719"/>
                  <a:ext cx="609600" cy="22225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</a:endParaRPr>
                </a:p>
              </p:txBody>
            </p:sp>
          </p:grp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838402AB-2EA1-4714-8E69-7A7CA1F7FE07}"/>
                  </a:ext>
                </a:extLst>
              </p:cNvPr>
              <p:cNvSpPr txBox="1"/>
              <p:nvPr/>
            </p:nvSpPr>
            <p:spPr>
              <a:xfrm>
                <a:off x="1758315" y="3760375"/>
                <a:ext cx="1027608" cy="528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8Bit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17D2A6BF-A3EC-4B5E-B969-54A952E5E275}"/>
                  </a:ext>
                </a:extLst>
              </p:cNvPr>
              <p:cNvSpPr txBox="1"/>
              <p:nvPr/>
            </p:nvSpPr>
            <p:spPr>
              <a:xfrm>
                <a:off x="2770057" y="3424891"/>
                <a:ext cx="1431279" cy="528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Data2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p:grpSp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2E6FAF43-9036-47F7-BDD5-6B00D5152DE1}"/>
                </a:ext>
              </a:extLst>
            </p:cNvPr>
            <p:cNvGrpSpPr/>
            <p:nvPr/>
          </p:nvGrpSpPr>
          <p:grpSpPr>
            <a:xfrm>
              <a:off x="8712208" y="2909979"/>
              <a:ext cx="1320348" cy="2157321"/>
              <a:chOff x="1758315" y="2522537"/>
              <a:chExt cx="2330425" cy="3084512"/>
            </a:xfrm>
          </p:grpSpPr>
          <p:grpSp>
            <p:nvGrpSpPr>
              <p:cNvPr id="39" name="群組 38">
                <a:extLst>
                  <a:ext uri="{FF2B5EF4-FFF2-40B4-BE49-F238E27FC236}">
                    <a16:creationId xmlns:a16="http://schemas.microsoft.com/office/drawing/2014/main" id="{676E2642-E7F1-4E96-B9CB-3CD58ADB58B3}"/>
                  </a:ext>
                </a:extLst>
              </p:cNvPr>
              <p:cNvGrpSpPr/>
              <p:nvPr/>
            </p:nvGrpSpPr>
            <p:grpSpPr>
              <a:xfrm>
                <a:off x="1772643" y="2522537"/>
                <a:ext cx="2132606" cy="3084512"/>
                <a:chOff x="4832350" y="1690687"/>
                <a:chExt cx="1390650" cy="1738312"/>
              </a:xfrm>
            </p:grpSpPr>
            <p:sp>
              <p:nvSpPr>
                <p:cNvPr id="42" name="矩形: 圓角 41">
                  <a:extLst>
                    <a:ext uri="{FF2B5EF4-FFF2-40B4-BE49-F238E27FC236}">
                      <a16:creationId xmlns:a16="http://schemas.microsoft.com/office/drawing/2014/main" id="{2D1599B9-3D2E-40F0-8643-37F0656C1C9C}"/>
                    </a:ext>
                  </a:extLst>
                </p:cNvPr>
                <p:cNvSpPr/>
                <p:nvPr/>
              </p:nvSpPr>
              <p:spPr>
                <a:xfrm>
                  <a:off x="4832350" y="1690687"/>
                  <a:ext cx="609599" cy="1738312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4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</a:endParaRPr>
                </a:p>
              </p:txBody>
            </p:sp>
            <p:sp>
              <p:nvSpPr>
                <p:cNvPr id="43" name="箭號: 向右 42">
                  <a:extLst>
                    <a:ext uri="{FF2B5EF4-FFF2-40B4-BE49-F238E27FC236}">
                      <a16:creationId xmlns:a16="http://schemas.microsoft.com/office/drawing/2014/main" id="{D1CDFE6F-0B3B-41B4-809F-BBAC1F762AB4}"/>
                    </a:ext>
                  </a:extLst>
                </p:cNvPr>
                <p:cNvSpPr/>
                <p:nvPr/>
              </p:nvSpPr>
              <p:spPr>
                <a:xfrm>
                  <a:off x="5613400" y="2448719"/>
                  <a:ext cx="609600" cy="22225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</a:endParaRPr>
                </a:p>
              </p:txBody>
            </p:sp>
          </p:grp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163335B4-9233-43FC-A6F6-0E7B3B0DAD97}"/>
                  </a:ext>
                </a:extLst>
              </p:cNvPr>
              <p:cNvSpPr txBox="1"/>
              <p:nvPr/>
            </p:nvSpPr>
            <p:spPr>
              <a:xfrm>
                <a:off x="1758315" y="3760375"/>
                <a:ext cx="1027607" cy="528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8Bit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69E2713C-C0BC-43BE-8930-84D9C6653573}"/>
                  </a:ext>
                </a:extLst>
              </p:cNvPr>
              <p:cNvSpPr txBox="1"/>
              <p:nvPr/>
            </p:nvSpPr>
            <p:spPr>
              <a:xfrm>
                <a:off x="2786916" y="3424891"/>
                <a:ext cx="1301824" cy="528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Data3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p:grpSp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C7B0CE29-0395-4E2E-9F7D-372ABCE2D7AB}"/>
                </a:ext>
              </a:extLst>
            </p:cNvPr>
            <p:cNvGrpSpPr/>
            <p:nvPr/>
          </p:nvGrpSpPr>
          <p:grpSpPr>
            <a:xfrm>
              <a:off x="10137413" y="2909979"/>
              <a:ext cx="1216387" cy="2157321"/>
              <a:chOff x="1758315" y="2522537"/>
              <a:chExt cx="2146934" cy="3084512"/>
            </a:xfrm>
          </p:grpSpPr>
          <p:grpSp>
            <p:nvGrpSpPr>
              <p:cNvPr id="45" name="群組 44">
                <a:extLst>
                  <a:ext uri="{FF2B5EF4-FFF2-40B4-BE49-F238E27FC236}">
                    <a16:creationId xmlns:a16="http://schemas.microsoft.com/office/drawing/2014/main" id="{D7BCA511-9381-4177-BC95-875E288D9031}"/>
                  </a:ext>
                </a:extLst>
              </p:cNvPr>
              <p:cNvGrpSpPr/>
              <p:nvPr/>
            </p:nvGrpSpPr>
            <p:grpSpPr>
              <a:xfrm>
                <a:off x="1772643" y="2522537"/>
                <a:ext cx="2132606" cy="3084512"/>
                <a:chOff x="4832350" y="1690687"/>
                <a:chExt cx="1390650" cy="1738312"/>
              </a:xfrm>
            </p:grpSpPr>
            <p:sp>
              <p:nvSpPr>
                <p:cNvPr id="48" name="矩形: 圓角 47">
                  <a:extLst>
                    <a:ext uri="{FF2B5EF4-FFF2-40B4-BE49-F238E27FC236}">
                      <a16:creationId xmlns:a16="http://schemas.microsoft.com/office/drawing/2014/main" id="{2269997D-EF4E-4686-9DE4-7D1F51E97E0A}"/>
                    </a:ext>
                  </a:extLst>
                </p:cNvPr>
                <p:cNvSpPr/>
                <p:nvPr/>
              </p:nvSpPr>
              <p:spPr>
                <a:xfrm>
                  <a:off x="4832350" y="1690687"/>
                  <a:ext cx="609599" cy="1738312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4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</a:endParaRPr>
                </a:p>
              </p:txBody>
            </p:sp>
            <p:sp>
              <p:nvSpPr>
                <p:cNvPr id="49" name="箭號: 向右 48">
                  <a:extLst>
                    <a:ext uri="{FF2B5EF4-FFF2-40B4-BE49-F238E27FC236}">
                      <a16:creationId xmlns:a16="http://schemas.microsoft.com/office/drawing/2014/main" id="{B108EF7F-32F0-4286-BBDA-E1E4040BFD2E}"/>
                    </a:ext>
                  </a:extLst>
                </p:cNvPr>
                <p:cNvSpPr/>
                <p:nvPr/>
              </p:nvSpPr>
              <p:spPr>
                <a:xfrm>
                  <a:off x="5613400" y="2448719"/>
                  <a:ext cx="609600" cy="22225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</a:endParaRPr>
                </a:p>
              </p:txBody>
            </p:sp>
          </p:grp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F683173F-093D-412C-99FE-8C6F75A0D0A1}"/>
                  </a:ext>
                </a:extLst>
              </p:cNvPr>
              <p:cNvSpPr txBox="1"/>
              <p:nvPr/>
            </p:nvSpPr>
            <p:spPr>
              <a:xfrm>
                <a:off x="1758315" y="3760375"/>
                <a:ext cx="1027608" cy="528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8Bit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36C3266F-2A6C-4C3A-B385-DD891FC4DD46}"/>
                  </a:ext>
                </a:extLst>
              </p:cNvPr>
              <p:cNvSpPr txBox="1"/>
              <p:nvPr/>
            </p:nvSpPr>
            <p:spPr>
              <a:xfrm>
                <a:off x="2919319" y="3413532"/>
                <a:ext cx="937070" cy="528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Out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p:grpSp>
      </p:grp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E22DB11D-C1A0-4F51-9EAD-59E65D021385}"/>
              </a:ext>
            </a:extLst>
          </p:cNvPr>
          <p:cNvSpPr txBox="1"/>
          <p:nvPr/>
        </p:nvSpPr>
        <p:spPr>
          <a:xfrm>
            <a:off x="4749268" y="1034708"/>
            <a:ext cx="2077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Pipeline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後：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36BFDDFB-2143-4F79-AD44-7E6F776C43E9}"/>
              </a:ext>
            </a:extLst>
          </p:cNvPr>
          <p:cNvSpPr txBox="1"/>
          <p:nvPr/>
        </p:nvSpPr>
        <p:spPr>
          <a:xfrm>
            <a:off x="631129" y="112526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原架構：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55FDF4B-939F-D2B5-F827-705FFB900CEF}"/>
              </a:ext>
            </a:extLst>
          </p:cNvPr>
          <p:cNvSpPr txBox="1"/>
          <p:nvPr/>
        </p:nvSpPr>
        <p:spPr>
          <a:xfrm>
            <a:off x="4749268" y="4829468"/>
            <a:ext cx="734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本圖示範為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4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級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Pipeline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僅供參考，實際分級應依設計需求調整。</a:t>
            </a:r>
          </a:p>
        </p:txBody>
      </p:sp>
    </p:spTree>
    <p:extLst>
      <p:ext uri="{BB962C8B-B14F-4D97-AF65-F5344CB8AC3E}">
        <p14:creationId xmlns:p14="http://schemas.microsoft.com/office/powerpoint/2010/main" val="373830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031A10-C72F-9848-18F5-8213CFA4A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根據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pipeline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級數修改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87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行內數據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5D0619-9FA2-E7C6-FD86-F02EF8D29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C16259F-345E-A94E-925B-ECF9E15376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66"/>
          <a:stretch>
            <a:fillRect/>
          </a:stretch>
        </p:blipFill>
        <p:spPr>
          <a:xfrm>
            <a:off x="3180943" y="1585687"/>
            <a:ext cx="5830114" cy="365626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BB02109-7F33-F787-8158-A528E6967C8C}"/>
              </a:ext>
            </a:extLst>
          </p:cNvPr>
          <p:cNvSpPr txBox="1"/>
          <p:nvPr/>
        </p:nvSpPr>
        <p:spPr>
          <a:xfrm>
            <a:off x="3803711" y="2621675"/>
            <a:ext cx="749239" cy="2800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TW" altLang="en-US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96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8312C2-859B-1431-1929-A6003B515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Pipeline vs Non-Pipeline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合成差異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9EEF81-06FB-EC94-EF8D-F817FB3F1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將兩版程式碼各自執行 </a:t>
            </a:r>
            <a:r>
              <a:rPr lang="fr-FR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Design Compiler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合成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5D7A92-63D2-758D-87C7-0F1C0A51547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150995" y="2936963"/>
            <a:ext cx="2880000" cy="324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6342B41-A78E-1AA1-6106-CDE0FEFB5B1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945437" y="2936963"/>
            <a:ext cx="288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565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0003eb-766c-4c9e-af75-1fac8eae144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D78940D2D683409A7A0646E8C4CF99" ma:contentTypeVersion="14" ma:contentTypeDescription="Create a new document." ma:contentTypeScope="" ma:versionID="aa331934f57f4e83b77e600b2bd777fd">
  <xsd:schema xmlns:xsd="http://www.w3.org/2001/XMLSchema" xmlns:xs="http://www.w3.org/2001/XMLSchema" xmlns:p="http://schemas.microsoft.com/office/2006/metadata/properties" xmlns:ns3="1c0003eb-766c-4c9e-af75-1fac8eae1445" xmlns:ns4="e682a3d1-6c91-42be-9f02-1830abcaa2f4" targetNamespace="http://schemas.microsoft.com/office/2006/metadata/properties" ma:root="true" ma:fieldsID="3272689f2a4f9297e43ea7fa56f82594" ns3:_="" ns4:_="">
    <xsd:import namespace="1c0003eb-766c-4c9e-af75-1fac8eae1445"/>
    <xsd:import namespace="e682a3d1-6c91-42be-9f02-1830abcaa2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0003eb-766c-4c9e-af75-1fac8eae14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2a3d1-6c91-42be-9f02-1830abcaa2f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EED05A-1EB5-426B-BA13-B3DDEB96A0CD}">
  <ds:schemaRefs>
    <ds:schemaRef ds:uri="e682a3d1-6c91-42be-9f02-1830abcaa2f4"/>
    <ds:schemaRef ds:uri="http://schemas.microsoft.com/office/2006/documentManagement/types"/>
    <ds:schemaRef ds:uri="http://schemas.microsoft.com/office/2006/metadata/properties"/>
    <ds:schemaRef ds:uri="1c0003eb-766c-4c9e-af75-1fac8eae1445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9180F2E-406C-4B85-AC4F-7BD647D86E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0003eb-766c-4c9e-af75-1fac8eae1445"/>
    <ds:schemaRef ds:uri="e682a3d1-6c91-42be-9f02-1830abcaa2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8B3C2F-EC7E-4241-BDCF-DDA880B680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1907</TotalTime>
  <Words>135</Words>
  <Application>Microsoft Office PowerPoint</Application>
  <PresentationFormat>寬螢幕</PresentationFormat>
  <Paragraphs>55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標楷體</vt:lpstr>
      <vt:lpstr>Aptos</vt:lpstr>
      <vt:lpstr>Aptos Display</vt:lpstr>
      <vt:lpstr>Arial</vt:lpstr>
      <vt:lpstr>Times New Roman</vt:lpstr>
      <vt:lpstr>Office 佈景主題</vt:lpstr>
      <vt:lpstr>LAB1 </vt:lpstr>
      <vt:lpstr>PowerPoint 簡報</vt:lpstr>
      <vt:lpstr>Pipeline</vt:lpstr>
      <vt:lpstr>Pipeline</vt:lpstr>
      <vt:lpstr>PowerPoint 簡報</vt:lpstr>
      <vt:lpstr>根據pipeline級數修改87行內數據</vt:lpstr>
      <vt:lpstr>Pipeline vs Non-Pipeline 合成差異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妍葳 鍾</dc:creator>
  <cp:lastModifiedBy>妍葳 鍾</cp:lastModifiedBy>
  <cp:revision>13</cp:revision>
  <dcterms:created xsi:type="dcterms:W3CDTF">2025-07-13T11:03:33Z</dcterms:created>
  <dcterms:modified xsi:type="dcterms:W3CDTF">2025-07-14T20:42:54Z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0x010100BFD78940D2D683409A7A0646E8C4CF99</vt:lpwstr>
  </property>
</Properties>
</file>